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50" d="100"/>
          <a:sy n="50" d="100"/>
        </p:scale>
        <p:origin x="-1762" y="-802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=""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=""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=""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=""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=""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=""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=""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=""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=""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=""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=""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=""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=""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=""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=""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=""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=""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=""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=""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=""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=""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=""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=""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=""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=""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5314270" cy="1377957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Student </a:t>
            </a:r>
            <a:r>
              <a:rPr lang="en-US" b="0" dirty="0" smtClean="0">
                <a:solidFill>
                  <a:schemeClr val="tx1"/>
                </a:solidFill>
              </a:rPr>
              <a:t>ID </a:t>
            </a:r>
            <a:r>
              <a:rPr lang="en-US" b="0" dirty="0">
                <a:solidFill>
                  <a:schemeClr val="tx1"/>
                </a:solidFill>
              </a:rPr>
              <a:t>: </a:t>
            </a:r>
            <a:r>
              <a:rPr lang="en-US" b="0" dirty="0" smtClean="0">
                <a:solidFill>
                  <a:schemeClr val="tx1"/>
                </a:solidFill>
              </a:rPr>
              <a:t>STU6a5a433eac6fd1784300350</a:t>
            </a:r>
          </a:p>
          <a:p>
            <a:r>
              <a:rPr lang="en-US" b="0" dirty="0" smtClean="0">
                <a:solidFill>
                  <a:schemeClr val="tx1"/>
                </a:solidFill>
              </a:rPr>
              <a:t>Student Name : </a:t>
            </a:r>
            <a:r>
              <a:rPr lang="en-US" b="0" dirty="0" err="1" smtClean="0">
                <a:solidFill>
                  <a:schemeClr val="tx1"/>
                </a:solidFill>
              </a:rPr>
              <a:t>Harshada</a:t>
            </a:r>
            <a:r>
              <a:rPr lang="en-US" b="0" dirty="0" smtClean="0">
                <a:solidFill>
                  <a:schemeClr val="tx1"/>
                </a:solidFill>
              </a:rPr>
              <a:t> </a:t>
            </a:r>
            <a:r>
              <a:rPr lang="en-US" b="0" dirty="0" err="1" smtClean="0">
                <a:solidFill>
                  <a:schemeClr val="tx1"/>
                </a:solidFill>
              </a:rPr>
              <a:t>Nanabhau</a:t>
            </a:r>
            <a:r>
              <a:rPr lang="en-US" b="0" dirty="0" smtClean="0">
                <a:solidFill>
                  <a:schemeClr val="tx1"/>
                </a:solidFill>
              </a:rPr>
              <a:t> Mali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050553"/>
            <a:ext cx="10363200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Project Title -</a:t>
            </a:r>
            <a:r>
              <a:rPr lang="en-US" sz="3200" dirty="0"/>
              <a:t>Car Market Trends Analysis with </a:t>
            </a:r>
            <a:r>
              <a:rPr lang="en-US" sz="3200" dirty="0" err="1"/>
              <a:t>CarDekho</a:t>
            </a:r>
            <a:r>
              <a:rPr lang="en-US" sz="3200" dirty="0"/>
              <a:t> Data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=""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Analyze factors affecting used car selling prices. 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US" sz="2800" dirty="0" smtClean="0"/>
              <a:t>Identify </a:t>
            </a:r>
            <a:r>
              <a:rPr lang="en-US" sz="2800" dirty="0"/>
              <a:t>trends based on fuel type, transmission, seller type, year, and </a:t>
            </a:r>
            <a:r>
              <a:rPr lang="en-US" sz="2800" dirty="0" err="1"/>
              <a:t>kilometres</a:t>
            </a:r>
            <a:r>
              <a:rPr lang="en-US" sz="2800" dirty="0"/>
              <a:t> driven.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852921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US" sz="4000" dirty="0" smtClean="0"/>
              <a:t>The dataset contains 301 car records and 9 attributes, </a:t>
            </a:r>
            <a:r>
              <a:rPr lang="en-US" sz="4000" dirty="0"/>
              <a:t>including selling price, fuel type, year, </a:t>
            </a:r>
            <a:r>
              <a:rPr lang="en-US" sz="4000" dirty="0" err="1"/>
              <a:t>kilometres</a:t>
            </a:r>
            <a:r>
              <a:rPr lang="en-US" sz="4000" dirty="0"/>
              <a:t> driven, and transmission. The project analyzes the used-car market and visualizes important trends</a:t>
            </a:r>
            <a:r>
              <a:rPr lang="en-US" sz="4000" dirty="0" smtClean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3600" dirty="0"/>
              <a:t>Car buyers </a:t>
            </a:r>
            <a:endParaRPr lang="en-IN" sz="3600" dirty="0" smtClean="0"/>
          </a:p>
          <a:p>
            <a:pPr algn="just">
              <a:lnSpc>
                <a:spcPct val="150000"/>
              </a:lnSpc>
            </a:pPr>
            <a:r>
              <a:rPr lang="en-IN" sz="3600" dirty="0" smtClean="0"/>
              <a:t>Car </a:t>
            </a:r>
            <a:r>
              <a:rPr lang="en-IN" sz="3600" dirty="0"/>
              <a:t>sellers </a:t>
            </a:r>
            <a:endParaRPr lang="en-IN" sz="3600" dirty="0" smtClean="0"/>
          </a:p>
          <a:p>
            <a:pPr algn="just">
              <a:lnSpc>
                <a:spcPct val="150000"/>
              </a:lnSpc>
            </a:pPr>
            <a:r>
              <a:rPr lang="en-IN" sz="3600" dirty="0" smtClean="0"/>
              <a:t>Car </a:t>
            </a:r>
            <a:r>
              <a:rPr lang="en-IN" sz="3600" dirty="0"/>
              <a:t>dealers </a:t>
            </a:r>
            <a:endParaRPr lang="en-IN" sz="3600" dirty="0" smtClean="0"/>
          </a:p>
          <a:p>
            <a:pPr algn="just">
              <a:lnSpc>
                <a:spcPct val="150000"/>
              </a:lnSpc>
            </a:pPr>
            <a:r>
              <a:rPr lang="en-IN" sz="3600" dirty="0" smtClean="0"/>
              <a:t>Market </a:t>
            </a:r>
            <a:r>
              <a:rPr lang="en-IN" sz="3600" dirty="0"/>
              <a:t>analysts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Python </a:t>
            </a:r>
            <a:endParaRPr lang="en-IN" dirty="0" smtClean="0"/>
          </a:p>
          <a:p>
            <a:pPr lvl="1">
              <a:lnSpc>
                <a:spcPct val="150000"/>
              </a:lnSpc>
            </a:pPr>
            <a:r>
              <a:rPr lang="en-IN" dirty="0" smtClean="0"/>
              <a:t>Pandas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 </a:t>
            </a:r>
            <a:r>
              <a:rPr lang="en-IN" dirty="0" err="1" smtClean="0"/>
              <a:t>Matplotlib</a:t>
            </a:r>
            <a:endParaRPr lang="en-IN" dirty="0" smtClean="0"/>
          </a:p>
          <a:p>
            <a:pPr lvl="1">
              <a:lnSpc>
                <a:spcPct val="150000"/>
              </a:lnSpc>
            </a:pPr>
            <a:r>
              <a:rPr lang="en-IN" dirty="0" err="1"/>
              <a:t>Seaborn</a:t>
            </a:r>
            <a:endParaRPr lang="en-IN" dirty="0" smtClean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29" y="1104734"/>
            <a:ext cx="3647505" cy="24766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543" y="1104734"/>
            <a:ext cx="3985297" cy="247666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88" y="3520604"/>
            <a:ext cx="3996986" cy="246888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120" y="3633222"/>
            <a:ext cx="3855719" cy="210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=""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=""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=""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=""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=""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574</TotalTime>
  <Words>80</Words>
  <Application>Microsoft Office PowerPoint</Application>
  <PresentationFormat>Custom</PresentationFormat>
  <Paragraphs>23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Project Title -Car Market Trends Analysis with CarDekho Data</vt:lpstr>
      <vt:lpstr>PROBLEM  STATEMENT</vt:lpstr>
      <vt:lpstr>Project Description The dataset contains 301 car records and 9 attributes, including selling price, fuel type, year, kilometres driven, and transmission. The project analyzes the used-car market and visualizes important trends.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Admin</cp:lastModifiedBy>
  <cp:revision>76</cp:revision>
  <dcterms:created xsi:type="dcterms:W3CDTF">2021-07-11T13:13:15Z</dcterms:created>
  <dcterms:modified xsi:type="dcterms:W3CDTF">2026-08-28T07:23:11Z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